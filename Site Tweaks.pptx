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B199E-084A-D423-3090-292E9689E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57FE2-8BA7-6C50-B8C8-0C5E2F4CB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27B1-98EE-DDDF-0E12-67B9B68F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25265-A49F-3BB7-7717-5A2538F0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86E6F-757C-14D5-95BB-31C58B13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0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4E32-47D7-939D-CC0B-CE23FCF9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4A143-4DAB-7EBB-6FDC-CAF6AA3ED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A57BD-2776-BCC4-BAFC-2A4FD6C3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B53F5-EA94-57C1-4B45-F53D078C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46147-B9E8-8807-83BB-ACC80975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1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3EFC-8F98-D691-13DF-FA82B40F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5CC2A-55C3-28B1-03CB-21FC00E8D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2A540-1EB7-2B38-0066-069A3887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61595-68AB-9D53-9142-8F9428F1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348C3-A8F8-C959-A915-E01B7C2F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4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FBF51-5670-E541-BE77-E0F6E507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656A9-52E4-07F0-30D2-900983E60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FC096-49A8-EFAB-6F8B-4138ED199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56E1C-5B47-8721-B52C-FCBF997DD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B0FC1-73DF-1E0B-4D0D-55340E09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BAB37-FAA9-8460-D1CD-314B142A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5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DABF-38C8-C9E7-F8B7-037038F2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E678D-4477-0E1A-E689-1A8FD6DAB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918F1-7674-DCD9-CFE2-D5639F86A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613AF-6B9E-0160-C38C-78EEBACA8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0AC43-C4AF-B0C4-683A-2FFEF35DE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1C95DC-79A1-98CA-3C75-9FE8ECCD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6776EE-693B-7F23-BA0E-C4501C67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3BA4A3-A805-17E9-42BC-CE0E32AB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4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48974-3C01-20CB-1C3D-92816234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2A83D2-2EEB-E6F2-E4C2-362EB5C4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19381-8886-BE1E-D8CB-81654D18D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68A03-C74E-A0A3-9E92-F0E87EAB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3A488B-BED8-AD9A-275F-446845F2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A5A447-37CE-AB00-1144-4C198CD8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75460-D787-4F0D-962F-04A9C61E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8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F450-7E35-FE31-58D3-93D4B1A3E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800C6-9762-826E-4456-9A4C611A4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7D3E9-D802-AFD4-5D0B-C3F46F758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6B28E-5CDF-F1D0-50D4-79DD8154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905BE-FC23-3130-F0FE-BFEE1A37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806E6-41E7-BE74-C7AD-0C204C4E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DD7E-5AF5-9527-06FA-730EA47E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816AE6-1683-0433-C62C-77A98C595F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0808F-E88E-AF03-935C-8CF6408B9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C1CE2-B35E-563E-804F-53EDE2D7B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2B4C1-7952-75AF-3B1F-46AFE793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9839F-C8A2-5063-ED76-566C7B797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77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3DAD-014E-BC14-BACD-EC924C517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6A0C3-13F1-4B1A-1000-47525A436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F54CB-E6F4-6272-B830-A305AE5A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E6AB-287C-3D29-FFEF-0B650709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6A217-EA8A-D2B8-D885-F05951FF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33AB1-C533-D8EA-EB82-5AEAFBEBB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E8E0B-C5F9-AFA5-CF5C-D26E25E7F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4D9D5-6A00-F057-AC4A-FCEF2DB58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3FDE-30BF-2B1E-AE17-F4409C4B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7130B-C0F0-C5E9-8D46-50019D39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28BDC2-33E4-6510-070F-A74276AB6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CDD96-CB7B-9C78-9FD4-943FF1614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D75BE-EC4B-0099-4AA4-00096C907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F2CC5-638E-4978-A8C4-7BB4F9A89CA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6D706-EBCA-57AF-D010-DA3B48C38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B1AE0-6D07-CCF1-B99C-C8F095CD7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4DC8F-6DC6-4E71-A46A-E59BF7353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5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23B0-CDA7-07F7-9F53-7BDC2709F9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Site Tweaks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EB6DC-A2C3-B8BF-F9B6-2120E4C37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63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DE3CAF-2796-A419-9E6C-E96767156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82" y="580627"/>
            <a:ext cx="10107436" cy="5696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4CA918-C33E-BCF3-640A-D0C1026F66F0}"/>
              </a:ext>
            </a:extLst>
          </p:cNvPr>
          <p:cNvSpPr txBox="1"/>
          <p:nvPr/>
        </p:nvSpPr>
        <p:spPr>
          <a:xfrm>
            <a:off x="8667750" y="3505885"/>
            <a:ext cx="352425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Designing Plans for and Pathways to Sustainable Democratic Majorities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50B940-C19D-4630-0BCA-A2BC6DBE5410}"/>
              </a:ext>
            </a:extLst>
          </p:cNvPr>
          <p:cNvSpPr txBox="1"/>
          <p:nvPr/>
        </p:nvSpPr>
        <p:spPr>
          <a:xfrm>
            <a:off x="9696450" y="2153335"/>
            <a:ext cx="249555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Impact" panose="020B0806030902050204" pitchFamily="34" charset="0"/>
              </a:rPr>
              <a:t>CAN THIS BE IN IMPACT TO MATCH THE DOC?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6C01D6-90F2-526D-BC94-9490EE33C2D0}"/>
              </a:ext>
            </a:extLst>
          </p:cNvPr>
          <p:cNvCxnSpPr/>
          <p:nvPr/>
        </p:nvCxnSpPr>
        <p:spPr>
          <a:xfrm>
            <a:off x="1181100" y="4800600"/>
            <a:ext cx="15525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577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C8DB79-91F0-2DA0-318F-77679239A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35" y="704470"/>
            <a:ext cx="9164329" cy="54490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C9DD54-49B4-D214-C741-402C85568013}"/>
              </a:ext>
            </a:extLst>
          </p:cNvPr>
          <p:cNvCxnSpPr>
            <a:cxnSpLocks/>
          </p:cNvCxnSpPr>
          <p:nvPr/>
        </p:nvCxnSpPr>
        <p:spPr>
          <a:xfrm>
            <a:off x="2457450" y="1885950"/>
            <a:ext cx="5229225" cy="6762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D77B88-0932-04ED-B413-61DDAB15E384}"/>
              </a:ext>
            </a:extLst>
          </p:cNvPr>
          <p:cNvCxnSpPr>
            <a:cxnSpLocks/>
          </p:cNvCxnSpPr>
          <p:nvPr/>
        </p:nvCxnSpPr>
        <p:spPr>
          <a:xfrm flipV="1">
            <a:off x="2600325" y="1885950"/>
            <a:ext cx="5191125" cy="6762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98E823-80F5-0546-645D-4FE2A9BD636F}"/>
              </a:ext>
            </a:extLst>
          </p:cNvPr>
          <p:cNvSpPr txBox="1"/>
          <p:nvPr/>
        </p:nvSpPr>
        <p:spPr>
          <a:xfrm>
            <a:off x="6721667" y="1266825"/>
            <a:ext cx="193001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Change is a Choice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B8CF62-4BD5-09F2-CEBC-00442DFDB504}"/>
              </a:ext>
            </a:extLst>
          </p:cNvPr>
          <p:cNvCxnSpPr>
            <a:cxnSpLocks/>
          </p:cNvCxnSpPr>
          <p:nvPr/>
        </p:nvCxnSpPr>
        <p:spPr>
          <a:xfrm>
            <a:off x="2257425" y="1451491"/>
            <a:ext cx="42957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43F50C-9552-F2B0-347A-EC5DD777E422}"/>
              </a:ext>
            </a:extLst>
          </p:cNvPr>
          <p:cNvSpPr txBox="1"/>
          <p:nvPr/>
        </p:nvSpPr>
        <p:spPr>
          <a:xfrm>
            <a:off x="6791325" y="3324225"/>
            <a:ext cx="33909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SEE COMPANION DOC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411D11-3652-388E-0542-2B591EAA8942}"/>
              </a:ext>
            </a:extLst>
          </p:cNvPr>
          <p:cNvSpPr txBox="1"/>
          <p:nvPr/>
        </p:nvSpPr>
        <p:spPr>
          <a:xfrm>
            <a:off x="6721667" y="4738877"/>
            <a:ext cx="33909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SEE COMPANION DOC</a:t>
            </a:r>
          </a:p>
        </p:txBody>
      </p:sp>
    </p:spTree>
    <p:extLst>
      <p:ext uri="{BB962C8B-B14F-4D97-AF65-F5344CB8AC3E}">
        <p14:creationId xmlns:p14="http://schemas.microsoft.com/office/powerpoint/2010/main" val="1516485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74CFD-1256-D8EC-EAA7-1323D2E97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29" y="694943"/>
            <a:ext cx="9964541" cy="54681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8B102E-770C-EC60-9FF1-97A9BDEB746E}"/>
              </a:ext>
            </a:extLst>
          </p:cNvPr>
          <p:cNvSpPr txBox="1"/>
          <p:nvPr/>
        </p:nvSpPr>
        <p:spPr>
          <a:xfrm>
            <a:off x="7429500" y="1162050"/>
            <a:ext cx="33909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Ten Years for a Stronger Future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4E7B99-757A-356C-86CC-BF50478BDCD3}"/>
              </a:ext>
            </a:extLst>
          </p:cNvPr>
          <p:cNvSpPr txBox="1"/>
          <p:nvPr/>
        </p:nvSpPr>
        <p:spPr>
          <a:xfrm>
            <a:off x="7429500" y="1998489"/>
            <a:ext cx="33909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SEE COMPANION DOC</a:t>
            </a:r>
          </a:p>
        </p:txBody>
      </p:sp>
    </p:spTree>
    <p:extLst>
      <p:ext uri="{BB962C8B-B14F-4D97-AF65-F5344CB8AC3E}">
        <p14:creationId xmlns:p14="http://schemas.microsoft.com/office/powerpoint/2010/main" val="38583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8B0ECB-3EC3-8C76-4746-F22C196B2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590300"/>
            <a:ext cx="10212225" cy="3581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76DD47-6B42-574F-5347-B6D739B6BD82}"/>
              </a:ext>
            </a:extLst>
          </p:cNvPr>
          <p:cNvSpPr txBox="1"/>
          <p:nvPr/>
        </p:nvSpPr>
        <p:spPr>
          <a:xfrm>
            <a:off x="7429500" y="1771650"/>
            <a:ext cx="33909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CAMPAIGN FUNDRAISING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7F48A-D71F-8B0B-DE76-7939F2EE859E}"/>
              </a:ext>
            </a:extLst>
          </p:cNvPr>
          <p:cNvSpPr txBox="1"/>
          <p:nvPr/>
        </p:nvSpPr>
        <p:spPr>
          <a:xfrm>
            <a:off x="7429500" y="2608089"/>
            <a:ext cx="33909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SEE COMPANION DOC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2D5FF-4766-367A-5149-50FF53F0471E}"/>
              </a:ext>
            </a:extLst>
          </p:cNvPr>
          <p:cNvSpPr txBox="1"/>
          <p:nvPr/>
        </p:nvSpPr>
        <p:spPr>
          <a:xfrm>
            <a:off x="4629150" y="5353550"/>
            <a:ext cx="339090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SEE COMPANION DOC FOR THE REST OF THE SECTION RENAMING AND COPY</a:t>
            </a:r>
          </a:p>
        </p:txBody>
      </p:sp>
    </p:spTree>
    <p:extLst>
      <p:ext uri="{BB962C8B-B14F-4D97-AF65-F5344CB8AC3E}">
        <p14:creationId xmlns:p14="http://schemas.microsoft.com/office/powerpoint/2010/main" val="366065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B849C-48AF-1D76-94E0-41AEFBD3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82" y="0"/>
            <a:ext cx="10155836" cy="6858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A2673C-B3AC-F919-746F-A0332803EEE1}"/>
              </a:ext>
            </a:extLst>
          </p:cNvPr>
          <p:cNvCxnSpPr>
            <a:cxnSpLocks/>
          </p:cNvCxnSpPr>
          <p:nvPr/>
        </p:nvCxnSpPr>
        <p:spPr>
          <a:xfrm>
            <a:off x="2438400" y="895350"/>
            <a:ext cx="7810500" cy="52387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26CCBA-4B43-6294-1804-00E122F212BF}"/>
              </a:ext>
            </a:extLst>
          </p:cNvPr>
          <p:cNvCxnSpPr>
            <a:cxnSpLocks/>
          </p:cNvCxnSpPr>
          <p:nvPr/>
        </p:nvCxnSpPr>
        <p:spPr>
          <a:xfrm flipV="1">
            <a:off x="2105025" y="1085850"/>
            <a:ext cx="8143875" cy="47244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87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44A1BA-3554-93F6-83A9-7AD6C5137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1609471"/>
            <a:ext cx="8849960" cy="363905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0D764D-B306-C7F8-1DB5-16700EE56729}"/>
              </a:ext>
            </a:extLst>
          </p:cNvPr>
          <p:cNvCxnSpPr>
            <a:cxnSpLocks/>
          </p:cNvCxnSpPr>
          <p:nvPr/>
        </p:nvCxnSpPr>
        <p:spPr>
          <a:xfrm>
            <a:off x="2438400" y="895350"/>
            <a:ext cx="7810500" cy="52387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8343F5-B7B2-999D-BE75-588A4DB7A4D7}"/>
              </a:ext>
            </a:extLst>
          </p:cNvPr>
          <p:cNvCxnSpPr>
            <a:cxnSpLocks/>
          </p:cNvCxnSpPr>
          <p:nvPr/>
        </p:nvCxnSpPr>
        <p:spPr>
          <a:xfrm flipV="1">
            <a:off x="2105025" y="1085850"/>
            <a:ext cx="8143875" cy="47244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351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57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Impact</vt:lpstr>
      <vt:lpstr>Office Theme</vt:lpstr>
      <vt:lpstr>Site Tweaks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Rivera</dc:creator>
  <cp:lastModifiedBy>Paul Rivera</cp:lastModifiedBy>
  <cp:revision>1</cp:revision>
  <dcterms:created xsi:type="dcterms:W3CDTF">2026-07-22T19:59:38Z</dcterms:created>
  <dcterms:modified xsi:type="dcterms:W3CDTF">2026-07-22T20:12:29Z</dcterms:modified>
</cp:coreProperties>
</file>